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114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INSECURE BY DESIGN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Learning Platform for Web Security Training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00400" y="2697480"/>
            <a:ext cx="2743200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Allwyn Mascarenhas  ·  Thilan Udahage Don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 4495-003  ·  Winter 2026  ·  April 15,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3749040"/>
            <a:ext cx="4023360" cy="411480"/>
          </a:xfrm>
          <a:prstGeom prst="rect">
            <a:avLst/>
          </a:prstGeom>
          <a:solidFill>
            <a:srgbClr val="161B22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3749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 Run  ·  ibd-1068343979302.us-central1.run.app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48156" y="4343400"/>
            <a:ext cx="12344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8156" y="4343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01468" y="4343400"/>
            <a:ext cx="12344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01468" y="4343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54780" y="4343400"/>
            <a:ext cx="12344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54780" y="4343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8092" y="4343400"/>
            <a:ext cx="12344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8092" y="4343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661404" y="4343400"/>
            <a:ext cx="12344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61404" y="4343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931920" cy="2194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3931920" cy="54864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960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91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decision makers cite lack of hands-on skills as a top cause of breaches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2024 Cybersecurity Skills Gap Report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480560" y="822960"/>
            <a:ext cx="4343400" cy="10058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822960"/>
            <a:ext cx="64008" cy="100584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914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outdated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66360" y="12618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DVWA, WebGoat, Juice Shop use old frameworks and offer limited structured guidance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1965960"/>
            <a:ext cx="4343400" cy="10058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80560" y="1965960"/>
            <a:ext cx="64008" cy="1005840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24028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2057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WHY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66360" y="24048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exploit vulnerabilities but leave without understanding the underlying attack mechanism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80560" y="3108960"/>
            <a:ext cx="4343400" cy="10058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480560" y="310896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38328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6636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learning only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166360" y="35478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demonstrate vulnerabilities without active, guided exploitation or post-challenge review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801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91440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914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by Design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91640" y="135331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Boot web application embedding real OWASP Top 10 vulnerabilities in a progressive, challenge-based learning framework — with guided explanations that activate only after successful exploitation. Now live on Google Cloud Run.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286000"/>
            <a:ext cx="2011680" cy="2606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28600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Challenges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1480" y="349300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modules that unlock sequentially — learners build understanding before advancing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68880" y="2286000"/>
            <a:ext cx="2011680" cy="2606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68880" y="2286000"/>
            <a:ext cx="2011680" cy="54864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60320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It Worked' Explainer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560320" y="349300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Post-challenge explanations revealed only after successful exploitation — the platform's core novelty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17720" y="2286000"/>
            <a:ext cx="2011680" cy="2606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17720" y="2286000"/>
            <a:ext cx="2011680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468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09160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+ XP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09160" y="349300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dashboard with Bootstrap badges and XP ranking system across all six modules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766560" y="2286000"/>
            <a:ext cx="2011680" cy="2606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66560" y="228600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4688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0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 Run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58000" y="349300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without local setup — enabling realistic web security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Vulnerability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914400"/>
            <a:ext cx="2761488" cy="18288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914400"/>
            <a:ext cx="2761488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1024128"/>
            <a:ext cx="475488" cy="23774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2505456" y="102412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371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  ·  100/200/300 XP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664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· Numeric · Blind Boolean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240280"/>
            <a:ext cx="2487168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2402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SQL Slayer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61488" cy="18288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761488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Shape 13"/>
          <p:cNvSpPr/>
          <p:nvPr/>
        </p:nvSpPr>
        <p:spPr>
          <a:xfrm>
            <a:off x="5413248" y="1024128"/>
            <a:ext cx="475488" cy="23774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6" name="Text 14"/>
          <p:cNvSpPr/>
          <p:nvPr/>
        </p:nvSpPr>
        <p:spPr>
          <a:xfrm>
            <a:off x="5413248" y="102412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0128" y="10241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1371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  ·  100/200/300 XP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664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tag · Filter bypass · Attribute injection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2240280"/>
            <a:ext cx="2487168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2402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Script Kiddie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08192" y="914400"/>
            <a:ext cx="2761488" cy="18288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08192" y="914400"/>
            <a:ext cx="2761488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8321040" y="1024128"/>
            <a:ext cx="475488" cy="2377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102412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0" y="10241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13716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levels  ·  100/200 XP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664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endpoint · Weak static token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240280"/>
            <a:ext cx="2487168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2402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Forgery Expert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" y="2944368"/>
            <a:ext cx="2761488" cy="18288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2608" y="2944368"/>
            <a:ext cx="2761488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2505456" y="3054096"/>
            <a:ext cx="475488" cy="23774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2505456" y="305409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2336" y="30540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" y="34015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levels  ·  100/200 XP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2336" y="36941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ID access · Admin ID prediction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2336" y="4270248"/>
            <a:ext cx="2487168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427024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Ref. Manipulator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2944368"/>
            <a:ext cx="2761488" cy="18288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2944368"/>
            <a:ext cx="2761488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2" name="Shape 40"/>
          <p:cNvSpPr/>
          <p:nvPr/>
        </p:nvSpPr>
        <p:spPr>
          <a:xfrm>
            <a:off x="5413248" y="3054096"/>
            <a:ext cx="475488" cy="23774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3" name="Text 41"/>
          <p:cNvSpPr/>
          <p:nvPr/>
        </p:nvSpPr>
        <p:spPr>
          <a:xfrm>
            <a:off x="5413248" y="305409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10128" y="30540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310128" y="34015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  ·  100/200/300 XP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10128" y="36941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creds · Weak token · Cred stuffing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10128" y="4270248"/>
            <a:ext cx="2487168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E3B34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0128" y="427024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Auth Cracker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08192" y="2944368"/>
            <a:ext cx="2761488" cy="18288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08192" y="2944368"/>
            <a:ext cx="2761488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1" name="Shape 49"/>
          <p:cNvSpPr/>
          <p:nvPr/>
        </p:nvSpPr>
        <p:spPr>
          <a:xfrm>
            <a:off x="8321040" y="3054096"/>
            <a:ext cx="475488" cy="23774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2" name="Text 50"/>
          <p:cNvSpPr/>
          <p:nvPr/>
        </p:nvSpPr>
        <p:spPr>
          <a:xfrm>
            <a:off x="8321040" y="305409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17920" y="30540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17920" y="34015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  ·  100/200/300 XP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36941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· MIME bypass · Double extension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4270248"/>
            <a:ext cx="2487168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427024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Upload Exploiter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Feature: 'Why It Worked' Explainer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023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54864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96012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Core Novelty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explanation section embedded in every challenge level that is revealed ONLY after the learner successfully exploits the vulnerability.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TryHackMe — which lacks post-challenge educational breakdowns — our Explainer explains the exact vulnerable code pattern just exploited, directly bridging theoretical knowledge with practical execution.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covers: the attack mechanism, the vulnerable code, real-world impact, and the industry-standard fix.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822960"/>
            <a:ext cx="4206240" cy="5486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822960"/>
            <a:ext cx="64008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Shape 8"/>
          <p:cNvSpPr/>
          <p:nvPr/>
        </p:nvSpPr>
        <p:spPr>
          <a:xfrm>
            <a:off x="4828032" y="978408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4828032" y="978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12080" y="9418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reads challenge scenario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29400" y="1371600"/>
            <a:ext cx="27432" cy="10972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720" y="1481328"/>
            <a:ext cx="4206240" cy="5486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1481328"/>
            <a:ext cx="64008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Shape 14"/>
          <p:cNvSpPr/>
          <p:nvPr/>
        </p:nvSpPr>
        <p:spPr>
          <a:xfrm>
            <a:off x="4828032" y="1636776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4828032" y="1636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12080" y="16002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payload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29400" y="2029968"/>
            <a:ext cx="27432" cy="10972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1" name="Shape 18"/>
          <p:cNvSpPr/>
          <p:nvPr/>
        </p:nvSpPr>
        <p:spPr>
          <a:xfrm>
            <a:off x="4617720" y="2139696"/>
            <a:ext cx="4206240" cy="5486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2139696"/>
            <a:ext cx="64008" cy="5486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3" name="Shape 20"/>
          <p:cNvSpPr/>
          <p:nvPr/>
        </p:nvSpPr>
        <p:spPr>
          <a:xfrm>
            <a:off x="4828032" y="2295144"/>
            <a:ext cx="256032" cy="2560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4" name="Text 21"/>
          <p:cNvSpPr/>
          <p:nvPr/>
        </p:nvSpPr>
        <p:spPr>
          <a:xfrm>
            <a:off x="4828032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212080" y="22585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→ hint + built query shown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29400" y="2688336"/>
            <a:ext cx="27432" cy="10972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7" name="Shape 24"/>
          <p:cNvSpPr/>
          <p:nvPr/>
        </p:nvSpPr>
        <p:spPr>
          <a:xfrm>
            <a:off x="4617720" y="2798064"/>
            <a:ext cx="4206240" cy="5486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17720" y="2798064"/>
            <a:ext cx="64008" cy="5486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28032" y="2953512"/>
            <a:ext cx="256032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7"/>
          <p:cNvSpPr/>
          <p:nvPr/>
        </p:nvSpPr>
        <p:spPr>
          <a:xfrm>
            <a:off x="4828032" y="2953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212080" y="29169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 level unlocked + XP awarded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629400" y="3346704"/>
            <a:ext cx="27432" cy="10972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3" name="Shape 30"/>
          <p:cNvSpPr/>
          <p:nvPr/>
        </p:nvSpPr>
        <p:spPr>
          <a:xfrm>
            <a:off x="4617720" y="3456432"/>
            <a:ext cx="4206240" cy="5486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17720" y="3456432"/>
            <a:ext cx="64008" cy="5486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5" name="Shape 32"/>
          <p:cNvSpPr/>
          <p:nvPr/>
        </p:nvSpPr>
        <p:spPr>
          <a:xfrm>
            <a:off x="4828032" y="3611880"/>
            <a:ext cx="256032" cy="25603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6" name="Text 33"/>
          <p:cNvSpPr/>
          <p:nvPr/>
        </p:nvSpPr>
        <p:spPr>
          <a:xfrm>
            <a:off x="4828032" y="3611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212080" y="35753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It Worked' revealed via JS toggle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629400" y="4005072"/>
            <a:ext cx="27432" cy="10972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9" name="Shape 36"/>
          <p:cNvSpPr/>
          <p:nvPr/>
        </p:nvSpPr>
        <p:spPr>
          <a:xfrm>
            <a:off x="4617720" y="4114800"/>
            <a:ext cx="4206240" cy="5486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617720" y="4114800"/>
            <a:ext cx="64008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Shape 38"/>
          <p:cNvSpPr/>
          <p:nvPr/>
        </p:nvSpPr>
        <p:spPr>
          <a:xfrm>
            <a:off x="4828032" y="4270248"/>
            <a:ext cx="25603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39"/>
          <p:cNvSpPr/>
          <p:nvPr/>
        </p:nvSpPr>
        <p:spPr>
          <a:xfrm>
            <a:off x="4828032" y="4270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212080" y="42336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fix shown at the bottom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737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6002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9848" y="15270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controllers, AJAX REST endpoints, service layer, Spring Security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960120"/>
            <a:ext cx="64008" cy="173736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0020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950208" y="15270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th:if for server-side level-hiding, th:utext for intentional XSS rendering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960120"/>
            <a:ext cx="2743200" cy="1737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960120"/>
            <a:ext cx="64008" cy="1737360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0020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0568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30568" y="15270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SQL — real queries execute against actual DB for genuine SQLi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2880360"/>
            <a:ext cx="4114800" cy="1737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880360"/>
            <a:ext cx="64008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52044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9848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69848" y="344728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challenges, badge-based progress, responsive layout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2880360"/>
            <a:ext cx="64008" cy="173736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52044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58968" y="344728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 — live at ibd-1068343979302.us-central1.run.app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160520" cy="4023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22960"/>
            <a:ext cx="416052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058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Thilan Udahage Don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module — challenge redesign &amp; level-hiding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&amp; IDOR modules (full-stack)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vulnerability module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It Worked' Explainer — concept + all modules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tracker — frontend &amp; 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Homepage, OWASP reference page &amp; platform-wide UI/UX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— frontend UI, sanitization logic &amp; 3-level challenge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90872" y="822960"/>
            <a:ext cx="4160520" cy="4023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822960"/>
            <a:ext cx="416052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960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005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Allwyn Mascarenhas  (Team Lead)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46320" y="15087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 module (full-stack)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backend vulnerable/safe query implementation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 — backend controller &amp; CSP configuration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ChallengeProgress entity &amp; database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tracker — backend controller &amp; data layer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Kanban board &amp; project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 deployment &amp; containerization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Evaluation: UAT + User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8558784" cy="8686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2296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8686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UAT — All 35 test cases passed (BA, SQLi, XSS, File Upload, IDOR, CSRF, XP progression)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2344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happy path (successful payload execution) and constraint testing (progressive locking). Security header adjustments (CSP Report-Only, X-Content-Type-Options) were made based on UAT findings.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" y="1874520"/>
            <a:ext cx="2029968" cy="29260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874520"/>
            <a:ext cx="2029968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0116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" y="25420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84048" y="3182112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aided learning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4048" y="385876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all 10 participants agreed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468880" y="1874520"/>
            <a:ext cx="2029968" cy="29260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68880" y="1874520"/>
            <a:ext cx="2029968" cy="54864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20116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60320" y="25420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2560320" y="3182112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It Worked'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5/5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560320" y="385876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highest rated feature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45152" y="1874520"/>
            <a:ext cx="2029968" cy="29260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45152" y="1874520"/>
            <a:ext cx="2029968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20116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36592" y="25420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3800" dirty="0"/>
          </a:p>
        </p:txBody>
      </p:sp>
      <p:sp>
        <p:nvSpPr>
          <p:cNvPr id="25" name="Text 19"/>
          <p:cNvSpPr/>
          <p:nvPr/>
        </p:nvSpPr>
        <p:spPr>
          <a:xfrm>
            <a:off x="4736592" y="3182112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understood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vulnerability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36592" y="385876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after completing challenge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821424" y="1874520"/>
            <a:ext cx="2029968" cy="29260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821424" y="1874520"/>
            <a:ext cx="2029968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201168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12864" y="254203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3800" dirty="0"/>
          </a:p>
        </p:txBody>
      </p:sp>
      <p:sp>
        <p:nvSpPr>
          <p:cNvPr id="31" name="Text 24"/>
          <p:cNvSpPr/>
          <p:nvPr/>
        </p:nvSpPr>
        <p:spPr>
          <a:xfrm>
            <a:off x="6912864" y="3182112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5/5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12864" y="3858768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10 CS student participants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914400"/>
            <a:ext cx="4206240" cy="18745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914400"/>
            <a:ext cx="64008" cy="187452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Architecture Pivot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42416" y="14630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from demo-based to challenge-based in late Feb — required full SQLi redesign and data model rethink. Disruptive but produced a stronger product.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27448" y="914400"/>
            <a:ext cx="4206240" cy="18745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914400"/>
            <a:ext cx="64008" cy="18745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7256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Level Hiding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77256" y="14630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disabling was bypassable via browser dev tools. Fixed with Thymeleaf th:if and server-side flags — locked content never reaches the DOM.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92608" y="2999232"/>
            <a:ext cx="4206240" cy="18745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92608" y="2999232"/>
            <a:ext cx="64008" cy="1874520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850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2416" y="3136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Reveal Timing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42416" y="354787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must exist in DOM for JS reveal but be unreadable beforehand. Solved with CSS display:none toggled by the AJAX success callback.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27448" y="2999232"/>
            <a:ext cx="4206240" cy="18745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27448" y="2999232"/>
            <a:ext cx="64008" cy="18745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850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77256" y="3136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Security Headers vs. Demo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77256" y="354787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revealed strict MIME sniffing was blocking intentional payloads. Fixed by overriding CSP to Report-Only and disabling X-Content-Type-Options.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743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Insecure by Design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16642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security through active exploitation and guided understanding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194560"/>
            <a:ext cx="1554480" cy="21031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194560"/>
            <a:ext cx="1554480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77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Modules, 16 Levels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" y="3456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OWASP Top 10 coverage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057400" y="2194560"/>
            <a:ext cx="1554480" cy="21031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057400" y="2194560"/>
            <a:ext cx="1554480" cy="54864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377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03120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It Worked' Explainer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103120" y="3456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novel contribution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749040" y="2194560"/>
            <a:ext cx="1554480" cy="21031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749040" y="2194560"/>
            <a:ext cx="1554480" cy="54864"/>
          </a:xfrm>
          <a:prstGeom prst="rect">
            <a:avLst/>
          </a:prstGeom>
          <a:solidFill>
            <a:srgbClr val="E3B34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3774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94760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+ Badge System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794760" y="3456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learning progression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40680" y="2194560"/>
            <a:ext cx="1554480" cy="21031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440680" y="2194560"/>
            <a:ext cx="1554480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3774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0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rated 5/5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0" y="3456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 student testers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132320" y="2194560"/>
            <a:ext cx="1554480" cy="21031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132320" y="2194560"/>
            <a:ext cx="155448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237744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78040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Cloud Run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178040" y="3456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setup needed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ready for the demo!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Allwyn Mascarenhas (300381351)  ·  Thilan Udahage Don (300398798)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Insecure by Design</dc:title>
  <dc:subject>PptxGenJS Presentation</dc:subject>
  <dc:creator>PptxGenJS</dc:creator>
  <cp:lastModifiedBy>PptxGenJS</cp:lastModifiedBy>
  <cp:revision>1</cp:revision>
  <dcterms:created xsi:type="dcterms:W3CDTF">2026-04-09T00:25:42Z</dcterms:created>
  <dcterms:modified xsi:type="dcterms:W3CDTF">2026-04-09T00:25:42Z</dcterms:modified>
</cp:coreProperties>
</file>